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RMA Test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Automated Quality Assurance &amp; Testing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Management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• Automated RMA testing system reduces manual effort by 70%+</a:t>
            </a:r>
          </a:p>
          <a:p>
            <a:pPr>
              <a:spcAft>
                <a:spcPts val="1200"/>
              </a:spcAft>
              <a:defRPr sz="2000"/>
            </a:pPr>
            <a:r>
              <a:t>• Comprehensive quality assurance with 5 critical test types</a:t>
            </a:r>
          </a:p>
          <a:p>
            <a:pPr>
              <a:spcAft>
                <a:spcPts val="1200"/>
              </a:spcAft>
              <a:defRPr sz="2000"/>
            </a:pPr>
            <a:r>
              <a:t>• Real-time analytics and reporting for data-driven decisions</a:t>
            </a:r>
          </a:p>
          <a:p>
            <a:pPr>
              <a:spcAft>
                <a:spcPts val="1200"/>
              </a:spcAft>
              <a:defRPr sz="2000"/>
            </a:pPr>
            <a:r>
              <a:t>• Remote management capabilities eliminate on-site requirements</a:t>
            </a:r>
          </a:p>
          <a:p>
            <a:pPr>
              <a:spcAft>
                <a:spcPts val="1200"/>
              </a:spcAft>
              <a:defRPr sz="2000"/>
            </a:pPr>
            <a:r>
              <a:t>• Scalable solution supporting multiple GPU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Business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Manual RMA Testing Process</a:t>
            </a:r>
          </a:p>
          <a:p>
            <a:pPr>
              <a:spcAft>
                <a:spcPts val="1200"/>
              </a:spcAft>
              <a:defRPr sz="2000"/>
            </a:pPr>
            <a:r>
              <a:t>• Time-consuming manual testing procedures</a:t>
            </a:r>
          </a:p>
          <a:p>
            <a:pPr>
              <a:spcAft>
                <a:spcPts val="1200"/>
              </a:spcAft>
              <a:defRPr sz="2000"/>
            </a:pPr>
            <a:r>
              <a:t>• Inconsistent test coverage and quality</a:t>
            </a:r>
          </a:p>
          <a:p>
            <a:pPr>
              <a:spcAft>
                <a:spcPts val="1200"/>
              </a:spcAft>
              <a:defRPr sz="2000"/>
            </a:pPr>
            <a:r>
              <a:t>• Limited visibility into failure patterns</a:t>
            </a:r>
          </a:p>
          <a:p>
            <a:pPr>
              <a:spcAft>
                <a:spcPts val="1200"/>
              </a:spcAft>
              <a:defRPr sz="2000"/>
            </a:pPr>
            <a:r>
              <a:t>• Delayed RMA processing and customer satisfaction impact</a:t>
            </a:r>
          </a:p>
          <a:p>
            <a:pPr>
              <a:spcAft>
                <a:spcPts val="1200"/>
              </a:spcAft>
              <a:defRPr sz="2000"/>
            </a:pPr>
            <a:r>
              <a:t>• High operational costs and resource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Automated RMA Testing Platform</a:t>
            </a:r>
          </a:p>
          <a:p>
            <a:pPr>
              <a:spcAft>
                <a:spcPts val="1200"/>
              </a:spcAft>
              <a:defRPr sz="2000"/>
            </a:pPr>
            <a:r>
              <a:t>• Fully automated test execution via PXE boot</a:t>
            </a:r>
          </a:p>
          <a:p>
            <a:pPr>
              <a:spcAft>
                <a:spcPts val="1200"/>
              </a:spcAft>
              <a:defRPr sz="2000"/>
            </a:pPr>
            <a:r>
              <a:t>• Comprehensive test suite covering all critical components</a:t>
            </a:r>
          </a:p>
          <a:p>
            <a:pPr>
              <a:spcAft>
                <a:spcPts val="1200"/>
              </a:spcAft>
              <a:defRPr sz="2000"/>
            </a:pPr>
            <a:r>
              <a:t>• Centralized dashboard for monitoring and management</a:t>
            </a:r>
          </a:p>
          <a:p>
            <a:pPr>
              <a:spcAft>
                <a:spcPts val="1200"/>
              </a:spcAft>
              <a:defRPr sz="2000"/>
            </a:pPr>
            <a:r>
              <a:t>• Automated firmware updates and remote configuration</a:t>
            </a:r>
          </a:p>
          <a:p>
            <a:pPr>
              <a:spcAft>
                <a:spcPts val="1200"/>
              </a:spcAft>
              <a:defRPr sz="2000"/>
            </a:pPr>
            <a:r>
              <a:t>• Complete test history and traceability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Key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Core Features</a:t>
            </a:r>
          </a:p>
          <a:p>
            <a:pPr>
              <a:spcAft>
                <a:spcPts val="1000"/>
              </a:spcAft>
              <a:defRPr sz="2000"/>
            </a:pPr>
            <a:r>
              <a:t>• Automated PXE Boot Configuration</a:t>
            </a:r>
          </a:p>
          <a:p>
            <a:pPr>
              <a:spcAft>
                <a:spcPts val="1000"/>
              </a:spcAft>
              <a:defRPr sz="2000"/>
            </a:pPr>
            <a:r>
              <a:t>• Remote Firmware Management</a:t>
            </a:r>
          </a:p>
          <a:p>
            <a:pPr>
              <a:spcAft>
                <a:spcPts val="1000"/>
              </a:spcAft>
              <a:defRPr sz="2000"/>
            </a:pPr>
            <a:r>
              <a:t>• Real-time Test Monitoring</a:t>
            </a:r>
          </a:p>
          <a:p>
            <a:pPr>
              <a:spcAft>
                <a:spcPts val="1000"/>
              </a:spcAft>
              <a:defRPr sz="2000"/>
            </a:pPr>
            <a:r>
              <a:t>• Advanced Analytics Dashboard</a:t>
            </a:r>
          </a:p>
          <a:p>
            <a:pPr>
              <a:spcAft>
                <a:spcPts val="1000"/>
              </a:spcAft>
              <a:defRPr sz="2000"/>
            </a:pPr>
            <a:r>
              <a:t>• Comprehensive Log Management</a:t>
            </a:r>
          </a:p>
          <a:p>
            <a:pPr>
              <a:spcAft>
                <a:spcPts val="1000"/>
              </a:spcAft>
              <a:defRPr sz="2000"/>
            </a:pPr>
            <a:r>
              <a:t>• Multi-GPU Model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Automated Testing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Streamlined Workflow</a:t>
            </a:r>
          </a:p>
          <a:p>
            <a:pPr>
              <a:spcAft>
                <a:spcPts val="1000"/>
              </a:spcAft>
              <a:defRPr sz="2000"/>
            </a:pPr>
            <a:r>
              <a:t>1. System Registration - Enter RMA number and system details</a:t>
            </a:r>
          </a:p>
          <a:p>
            <a:pPr>
              <a:spcAft>
                <a:spcPts val="1000"/>
              </a:spcAft>
              <a:defRPr sz="2000"/>
            </a:pPr>
            <a:r>
              <a:t>2. Automated Configuration - PXE boot setup in seconds</a:t>
            </a:r>
          </a:p>
          <a:p>
            <a:pPr>
              <a:spcAft>
                <a:spcPts val="1000"/>
              </a:spcAft>
              <a:defRPr sz="2000"/>
            </a:pPr>
            <a:r>
              <a:t>3. Test Execution - Automated test suite runs unattended</a:t>
            </a:r>
          </a:p>
          <a:p>
            <a:pPr>
              <a:spcAft>
                <a:spcPts val="1000"/>
              </a:spcAft>
              <a:defRPr sz="2000"/>
            </a:pPr>
            <a:r>
              <a:t>4. Results Analysis - Instant test results and diagnostics</a:t>
            </a:r>
          </a:p>
          <a:p>
            <a:pPr>
              <a:spcAft>
                <a:spcPts val="1000"/>
              </a:spcAft>
              <a:defRPr sz="2000"/>
            </a:pPr>
            <a:r>
              <a:t>5. Reporting - Automated statistics and trend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Quality Assurance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Comprehensive Test Coverage</a:t>
            </a:r>
          </a:p>
          <a:p>
            <a:pPr>
              <a:spcAft>
                <a:spcPts val="1000"/>
              </a:spcAft>
              <a:defRPr sz="2000"/>
            </a:pPr>
            <a:r>
              <a:t>• GPU Detection - Validates all 8 GPUs are properly detected</a:t>
            </a:r>
          </a:p>
          <a:p>
            <a:pPr>
              <a:spcAft>
                <a:spcPts val="1000"/>
              </a:spcAft>
              <a:defRPr sz="2000"/>
            </a:pPr>
            <a:r>
              <a:t>• ECC Error Detection - Identifies memory error issues</a:t>
            </a:r>
          </a:p>
          <a:p>
            <a:pPr>
              <a:spcAft>
                <a:spcPts val="1000"/>
              </a:spcAft>
              <a:defRPr sz="2000"/>
            </a:pPr>
            <a:r>
              <a:t>• DCGM Tests - Load and AC cycle testing</a:t>
            </a:r>
          </a:p>
          <a:p>
            <a:pPr>
              <a:spcAft>
                <a:spcPts val="1000"/>
              </a:spcAft>
              <a:defRPr sz="2000"/>
            </a:pPr>
            <a:r>
              <a:t>• Field Diagnostic Level 2 - Comprehensive system diagnostics</a:t>
            </a:r>
          </a:p>
          <a:p>
            <a:pPr>
              <a:spcAft>
                <a:spcPts val="1000"/>
              </a:spcAft>
              <a:defRPr sz="2000"/>
            </a:pPr>
            <a:r>
              <a:t>• AGFHC Test - Advanced GPU functionality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Analytics &amp;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Data-Driven Insights</a:t>
            </a:r>
          </a:p>
          <a:p>
            <a:pPr>
              <a:spcAft>
                <a:spcPts val="1000"/>
              </a:spcAft>
              <a:defRPr sz="2000"/>
            </a:pPr>
            <a:r>
              <a:t>• Real-time Statistics Dashboard</a:t>
            </a:r>
          </a:p>
          <a:p>
            <a:pPr>
              <a:spcAft>
                <a:spcPts val="1000"/>
              </a:spcAft>
              <a:defRPr sz="2000"/>
            </a:pPr>
            <a:r>
              <a:t>• Weekly, Monthly, and Yearly Trend Analysis</a:t>
            </a:r>
          </a:p>
          <a:p>
            <a:pPr>
              <a:spcAft>
                <a:spcPts val="1000"/>
              </a:spcAft>
              <a:defRPr sz="2000"/>
            </a:pPr>
            <a:r>
              <a:t>• GPU Model Breakdown - Identify failure patterns by model</a:t>
            </a:r>
          </a:p>
          <a:p>
            <a:pPr>
              <a:spcAft>
                <a:spcPts val="1000"/>
              </a:spcAft>
              <a:defRPr sz="2000"/>
            </a:pPr>
            <a:r>
              <a:t>• Test Failure Tracking - Detailed failure categorization</a:t>
            </a:r>
          </a:p>
          <a:p>
            <a:pPr>
              <a:spcAft>
                <a:spcPts val="1000"/>
              </a:spcAft>
              <a:defRPr sz="2000"/>
            </a:pPr>
            <a:r>
              <a:t>• Historical Data Analysis - Long-term quality trends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Efficiency Gains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Operational Improvements</a:t>
            </a:r>
          </a:p>
          <a:p>
            <a:pPr>
              <a:spcAft>
                <a:spcPts val="1000"/>
              </a:spcAft>
              <a:defRPr sz="2000"/>
            </a:pPr>
            <a:r>
              <a:t>• 70%+ Reduction in Manual Testing Time</a:t>
            </a:r>
          </a:p>
          <a:p>
            <a:pPr>
              <a:spcAft>
                <a:spcPts val="1000"/>
              </a:spcAft>
              <a:defRPr sz="2000"/>
            </a:pPr>
            <a:r>
              <a:t>• Automated Configuration - Setup in minutes vs. hours</a:t>
            </a:r>
          </a:p>
          <a:p>
            <a:pPr>
              <a:spcAft>
                <a:spcPts val="1000"/>
              </a:spcAft>
              <a:defRPr sz="2000"/>
            </a:pPr>
            <a:r>
              <a:t>• Unattended Test Execution - No operator intervention required</a:t>
            </a:r>
          </a:p>
          <a:p>
            <a:pPr>
              <a:spcAft>
                <a:spcPts val="1000"/>
              </a:spcAft>
              <a:defRPr sz="2000"/>
            </a:pPr>
            <a:r>
              <a:t>• Parallel Processing - Multiple systems tested simultaneously</a:t>
            </a:r>
          </a:p>
          <a:p>
            <a:pPr>
              <a:spcAft>
                <a:spcPts val="1000"/>
              </a:spcAft>
              <a:defRPr sz="2000"/>
            </a:pPr>
            <a:r>
              <a:t>• Instant Results - No waiting for manual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Remote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Eliminate On-Site Requirements</a:t>
            </a:r>
          </a:p>
          <a:p>
            <a:pPr>
              <a:spcAft>
                <a:spcPts val="1000"/>
              </a:spcAft>
              <a:defRPr sz="2000"/>
            </a:pPr>
            <a:r>
              <a:t>• Remote Firmware Updates - Update systems without physical access</a:t>
            </a:r>
          </a:p>
          <a:p>
            <a:pPr>
              <a:spcAft>
                <a:spcPts val="1000"/>
              </a:spcAft>
              <a:defRPr sz="2000"/>
            </a:pPr>
            <a:r>
              <a:t>• PXE Boot Automation - Configure boot settings remotely</a:t>
            </a:r>
          </a:p>
          <a:p>
            <a:pPr>
              <a:spcAft>
                <a:spcPts val="1000"/>
              </a:spcAft>
              <a:defRPr sz="2000"/>
            </a:pPr>
            <a:r>
              <a:t>• Centralized Control - Manage all systems from one interface</a:t>
            </a:r>
          </a:p>
          <a:p>
            <a:pPr>
              <a:spcAft>
                <a:spcPts val="1000"/>
              </a:spcAft>
              <a:defRPr sz="2000"/>
            </a:pPr>
            <a:r>
              <a:t>• Real-time Monitoring - Track test progress remotely</a:t>
            </a:r>
          </a:p>
          <a:p>
            <a:pPr>
              <a:spcAft>
                <a:spcPts val="1000"/>
              </a:spcAft>
              <a:defRPr sz="2000"/>
            </a:pPr>
            <a:r>
              <a:t>• Reduced Travel Costs - No need for on-site technicians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Data-Driven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Actionable Intelligence</a:t>
            </a:r>
          </a:p>
          <a:p>
            <a:pPr>
              <a:spcAft>
                <a:spcPts val="1000"/>
              </a:spcAft>
              <a:defRPr sz="2000"/>
            </a:pPr>
            <a:r>
              <a:t>• Identify Failure Patterns - Which GPU models have issues?</a:t>
            </a:r>
          </a:p>
          <a:p>
            <a:pPr>
              <a:spcAft>
                <a:spcPts val="1000"/>
              </a:spcAft>
              <a:defRPr sz="2000"/>
            </a:pPr>
            <a:r>
              <a:t>• Trend Analysis - Are failure rates improving over time?</a:t>
            </a:r>
          </a:p>
          <a:p>
            <a:pPr>
              <a:spcAft>
                <a:spcPts val="1000"/>
              </a:spcAft>
              <a:defRPr sz="2000"/>
            </a:pPr>
            <a:r>
              <a:t>• Test Type Analysis - Which tests fail most frequently?</a:t>
            </a:r>
          </a:p>
          <a:p>
            <a:pPr>
              <a:spcAft>
                <a:spcPts val="1000"/>
              </a:spcAft>
              <a:defRPr sz="2000"/>
            </a:pPr>
            <a:r>
              <a:t>• Time Period Comparison - Weekly, monthly, yearly insights</a:t>
            </a:r>
          </a:p>
          <a:p>
            <a:pPr>
              <a:spcAft>
                <a:spcPts val="1000"/>
              </a:spcAft>
              <a:defRPr sz="2000"/>
            </a:pPr>
            <a:r>
              <a:t>• Quality Metrics - Track improvement initiatives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ROI &amp;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Measurable Benefits</a:t>
            </a:r>
          </a:p>
          <a:p>
            <a:pPr>
              <a:spcAft>
                <a:spcPts val="1000"/>
              </a:spcAft>
              <a:defRPr sz="2000"/>
            </a:pPr>
            <a:r>
              <a:t>• Cost Reduction - Lower operational expenses through automation</a:t>
            </a:r>
          </a:p>
          <a:p>
            <a:pPr>
              <a:spcAft>
                <a:spcPts val="1000"/>
              </a:spcAft>
              <a:defRPr sz="2000"/>
            </a:pPr>
            <a:r>
              <a:t>• Faster RMA Processing - Reduced turnaround time</a:t>
            </a:r>
          </a:p>
          <a:p>
            <a:pPr>
              <a:spcAft>
                <a:spcPts val="1000"/>
              </a:spcAft>
              <a:defRPr sz="2000"/>
            </a:pPr>
            <a:r>
              <a:t>• Improved Quality - Consistent, comprehensive testing</a:t>
            </a:r>
          </a:p>
          <a:p>
            <a:pPr>
              <a:spcAft>
                <a:spcPts val="1000"/>
              </a:spcAft>
              <a:defRPr sz="2000"/>
            </a:pPr>
            <a:r>
              <a:t>• Better Customer Satisfaction - Quicker issue resolution</a:t>
            </a:r>
          </a:p>
          <a:p>
            <a:pPr>
              <a:spcAft>
                <a:spcPts val="1000"/>
              </a:spcAft>
              <a:defRPr sz="2000"/>
            </a:pPr>
            <a:r>
              <a:t>• Scalability - Handle increased volume without proportional cost increase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Multi-Platform Support</a:t>
            </a:r>
          </a:p>
          <a:p>
            <a:pPr>
              <a:spcAft>
                <a:spcPts val="1000"/>
              </a:spcAft>
              <a:defRPr sz="2000"/>
            </a:pPr>
            <a:r>
              <a:t>• NVIDIA H100 &amp; A100 Series</a:t>
            </a:r>
          </a:p>
          <a:p>
            <a:pPr>
              <a:spcAft>
                <a:spcPts val="1000"/>
              </a:spcAft>
              <a:defRPr sz="2000"/>
            </a:pPr>
            <a:r>
              <a:t>• NVIDIA B200 Series</a:t>
            </a:r>
          </a:p>
          <a:p>
            <a:pPr>
              <a:spcAft>
                <a:spcPts val="1000"/>
              </a:spcAft>
              <a:defRPr sz="2000"/>
            </a:pPr>
            <a:r>
              <a:t>• AMD MI300X Series</a:t>
            </a:r>
          </a:p>
          <a:p>
            <a:pPr>
              <a:spcAft>
                <a:spcPts val="1000"/>
              </a:spcAft>
              <a:defRPr sz="2000"/>
            </a:pPr>
            <a:r>
              <a:t>• AMD MI325X Series</a:t>
            </a:r>
          </a:p>
          <a:p>
            <a:pPr>
              <a:spcAft>
                <a:spcPts val="1000"/>
              </a:spcAft>
              <a:defRPr sz="2000"/>
            </a:pPr>
            <a:r>
              <a:t>• AMD MI355X Series</a:t>
            </a:r>
          </a:p>
          <a:p>
            <a:pPr>
              <a:spcAft>
                <a:spcPts val="1000"/>
              </a:spcAft>
              <a:defRPr sz="2000"/>
            </a:pPr>
            <a:r>
              <a:t>• Extensible architecture for future models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Key Takeaways</a:t>
            </a:r>
          </a:p>
          <a:p>
            <a:pPr>
              <a:spcAft>
                <a:spcPts val="1200"/>
              </a:spcAft>
              <a:defRPr sz="2200">
                <a:solidFill>
                  <a:srgbClr val="0066CC"/>
                </a:solidFill>
              </a:defRPr>
            </a:pPr>
            <a:r>
              <a:t>✓ Automated RMA testing delivers significant efficiency gains</a:t>
            </a:r>
          </a:p>
          <a:p>
            <a:pPr>
              <a:spcAft>
                <a:spcPts val="1200"/>
              </a:spcAft>
              <a:defRPr sz="2200">
                <a:solidFill>
                  <a:srgbClr val="0066CC"/>
                </a:solidFill>
              </a:defRPr>
            </a:pPr>
            <a:r>
              <a:t>✓ Comprehensive quality assurance ensures product reliability</a:t>
            </a:r>
          </a:p>
          <a:p>
            <a:pPr>
              <a:spcAft>
                <a:spcPts val="1200"/>
              </a:spcAft>
              <a:defRPr sz="2200">
                <a:solidFill>
                  <a:srgbClr val="0066CC"/>
                </a:solidFill>
              </a:defRPr>
            </a:pPr>
            <a:r>
              <a:t>✓ Data-driven insights enable proactive quality management</a:t>
            </a:r>
          </a:p>
          <a:p>
            <a:pPr>
              <a:spcAft>
                <a:spcPts val="1200"/>
              </a:spcAft>
              <a:defRPr sz="2200">
                <a:solidFill>
                  <a:srgbClr val="0066CC"/>
                </a:solidFill>
              </a:defRPr>
            </a:pPr>
            <a:r>
              <a:t>✓ Remote capabilities reduce operational costs</a:t>
            </a:r>
          </a:p>
          <a:p>
            <a:pPr>
              <a:spcAft>
                <a:spcPts val="1200"/>
              </a:spcAft>
              <a:defRPr sz="2200">
                <a:solidFill>
                  <a:srgbClr val="0066CC"/>
                </a:solidFill>
              </a:defRPr>
            </a:pPr>
            <a:r>
              <a:t>✓ Scalable solution supports business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